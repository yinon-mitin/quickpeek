
<file path=[Content_Types].xml><?xml version="1.0" encoding="utf-8"?>
<Types/>
</file>

<file path=ppt/presentation.xml><p:presentation/>
</file>

<file path=docProps/app.xml><?xml version="1.0" encoding="utf-8"?>
<Properties xmlns="http://schemas.openxmlformats.org/officeDocument/2006/extended-properties">
  <Application>Microsoft Office PowerPoint</Application>
  <Slides>12</Slides>
  <Notes>4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Launch Plan</dc:title>
  <dc:creator>Ada Lovelace</dc:creator>
  <cp:lastModifiedBy>Charles Babbage</cp:lastModifiedBy>
  <cp:revision>7</cp:revision>
  <dcterms:created xsi:type="dcterms:W3CDTF">2026-01-02T15:30:00Z</dcterms:created>
  <dcterms:modified xsi:type="dcterms:W3CDTF">2026-02-03T10:00:00Z</dcterms:modified>
</cp:coreProperties>
</file>